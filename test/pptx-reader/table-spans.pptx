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Merged cells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 gridSpan="2"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685800">
                <a:tc rowSpan="2"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wide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