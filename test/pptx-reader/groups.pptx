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2286000"/>
            <a:ext cx="5486400" cy="2286000"/>
            <a:chOff x="914400" y="2286000"/>
            <a:chExt cx="5486400" cy="2286000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22860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</a:t>
              </a:r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400" y="2286000"/>
              <a:ext cx="914400" cy="914400"/>
            </a:xfrm>
            <a:prstGeom prst="rect">
              <a:avLst/>
            </a:prstGeom>
          </p:spPr>
        </p:pic>
        <p:grpSp>
          <p:nvGrpSpPr>
            <p:cNvPr id="7" name="Group 6"/>
            <p:cNvGrpSpPr/>
            <p:nvPr/>
          </p:nvGrpSpPr>
          <p:grpSpPr>
            <a:xfrm>
              <a:off x="914400" y="3657600"/>
              <a:ext cx="3657600" cy="914400"/>
              <a:chOff x="914400" y="3657600"/>
              <a:chExt cx="3657600" cy="91440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914400" y="365760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Nested</a:t>
                </a:r>
              </a:p>
            </p:txBody>
          </p:sp>
        </p:grpSp>
      </p:grpSp>
      <p:sp>
        <p:nvSpPr>
          <p:cNvPr id="9" name="TextBox 8"/>
          <p:cNvSpPr txBox="1"/>
          <p:nvPr/>
        </p:nvSpPr>
        <p:spPr>
          <a:xfrm>
            <a:off x="914400" y="5029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