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the hidden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paragraph of the notes.</a:t>
            </a:r>
          </a:p>
          <a:p>
            <a:r>
              <a:t>Second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on two paragraphs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Empty notes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 with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