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</a:t>
            </a:r>
          </a:p>
          <a:p>
            <a:pPr/>
            <a:r>
              <a:t>two</a:t>
            </a:r>
          </a:p>
          <a:p>
            <a:pPr lvl="1"/>
            <a:r>
              <a:t>nested</a:t>
            </a:r>
          </a:p>
          <a:p>
            <a:pPr/>
          </a:p>
          <a:p>
            <a:pPr/>
            <a:r>
              <a:t>three</a:t>
            </a:r>
          </a:p>
          <a:p>
            <a:pPr>
              <a:buNone/>
            </a:pPr>
            <a:r>
              <a:t>no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plain</a:t>
            </a:r>
          </a:p>
          <a:p>
            <a:pPr>
              <a:buAutoNum type="alphaLcParenR" startAt="3"/>
            </a:pPr>
            <a:r>
              <a:t>third</a:t>
            </a:r>
          </a:p>
          <a:p>
            <a:pPr>
              <a:buAutoNum type="alphaLcParenR" startAt="3"/>
            </a:pPr>
            <a:r>
              <a:t>fourth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