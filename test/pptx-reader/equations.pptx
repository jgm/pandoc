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mean is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  <m:r>
                      <m:rPr>
                        <m:sty m:val="p"/>
                      </m:rPr>
                      <m:t>∑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here.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After the equations.</a:t>
                </a:r>
              </a:p>
            </p:txBody>
          </p:sp>
        </mc:Choice>
      </mc:AlternateContent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Fallback</a:t>
            </a:r>
          </a:p>
        </p:txBody>
      </p:sp>
      <mc:AlternateContent xmlns:mc="http://schemas.openxmlformats.org/markup-compatibility/2006">
        <mc:Choice xmlns:p15="http://schemas.microsoft.com/office/powerpoint/2012/main" Requires="p15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From the unsupported choice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From the fallback</a:t>
                </a:r>
              </a:p>
            </p:txBody>
          </p:sp>
        </mc:Fallback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2026-10-29T11:47:57Z</dcterms:created>
  <dcterms:modified xsi:type="dcterms:W3CDTF">2026-10-29T11:47:57Z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