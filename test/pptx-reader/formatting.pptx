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pandoc.org" TargetMode="External"/><Relationship Id="rId3" Type="http://schemas.openxmlformats.org/officeDocument/2006/relationships/hyperlink" Target="Report%20draft.pdf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</a:t>
            </a:r>
            <a:r>
              <a:rPr b="1"/>
              <a:t>bold </a:t>
            </a:r>
            <a:r>
              <a:rPr b="1"/>
              <a:t>word</a:t>
            </a:r>
            <a:r>
              <a:t> and an </a:t>
            </a:r>
            <a:r>
              <a:rPr i="1"/>
              <a:t>italic</a:t>
            </a:r>
            <a:r>
              <a:t> one, </a:t>
            </a:r>
            <a:r>
              <a:rPr b="0"/>
              <a:t>not bold</a:t>
            </a:r>
            <a:r>
              <a:t> and mid</a:t>
            </a:r>
            <a:r>
              <a:rPr b="1"/>
              <a:t>word</a:t>
            </a:r>
          </a:p>
          <a:p>
            <a:r>
              <a:t>Area in m</a:t>
            </a:r>
            <a:r>
              <a:rPr baseline="30000"/>
              <a:t>2</a:t>
            </a:r>
            <a:r>
              <a:t>, water is H</a:t>
            </a:r>
            <a:r>
              <a:rPr baseline="-25000"/>
              <a:t>2</a:t>
            </a:r>
            <a:r>
              <a:t>O.</a:t>
            </a:r>
          </a:p>
          <a:p>
            <a:r>
              <a:t>See </a:t>
            </a:r>
            <a:r>
              <a:rPr>
                <a:hlinkClick r:id="rId2"/>
              </a:rPr>
              <a:t>the pandoc </a:t>
            </a:r>
            <a:r>
              <a:rPr b="1">
                <a:hlinkClick r:id="rId2"/>
              </a:rPr>
              <a:t>site</a:t>
            </a:r>
            <a:r>
              <a:t> or </a:t>
            </a:r>
            <a:r>
              <a:rPr>
                <a:hlinkClick r:id="rId3"/>
              </a:rPr>
              <a:t>the report</a:t>
            </a:r>
            <a:r>
              <a:t>.</a:t>
            </a:r>
          </a:p>
          <a:p>
            <a:r>
              <a:rPr>
                <a:hlinkClick action="ppaction://hlinkshowjump?jump=nextslide" r:id=""/>
              </a:rPr>
              <a:t>Next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