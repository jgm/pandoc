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</a:t>
            </a:r>
          </a:p>
          <a:p>
            <a:pPr lvl="0"/>
            <a:r>
              <a:rPr/>
              <a:t>two</a:t>
            </a:r>
          </a:p>
          <a:p>
            <a:pPr lvl="1"/>
            <a:r>
              <a:rPr/>
              <a:t>nested a</a:t>
            </a:r>
          </a:p>
          <a:p>
            <a:pPr lvl="1"/>
            <a:r>
              <a:rPr/>
              <a:t>nested b</a:t>
            </a:r>
          </a:p>
          <a:p>
            <a:pPr lvl="0"/>
            <a:r>
              <a:rPr/>
              <a:t>three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first</a:t>
            </a:r>
          </a:p>
          <a:p>
            <a:pPr lvl="0" indent="-342900" marL="342900">
              <a:buAutoNum type="arabicPeriod"/>
            </a:pPr>
            <a:r>
              <a:rPr/>
              <a:t>second</a:t>
            </a:r>
          </a:p>
          <a:p>
            <a:pPr lvl="1" indent="-342900" marL="685800">
              <a:buAutoNum type="alphaLcPeriod"/>
            </a:pPr>
            <a:r>
              <a:rPr/>
              <a:t>inner</a:t>
            </a:r>
          </a:p>
          <a:p>
            <a:pPr lvl="0" indent="-342900" marL="342900">
              <a:buAutoNum type="arabicPeriod"/>
            </a:pPr>
            <a:r>
              <a:rPr/>
              <a:t>third</a:t>
            </a:r>
          </a:p>
          <a:p>
            <a:pPr lvl="0" indent="0" marL="0">
              <a:buNone/>
            </a:pPr>
            <a:r>
              <a:rPr/>
              <a:t>After the list.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2026-10-30T12:11:07Z</dcterms:created>
  <dcterms:modified xsi:type="dcterms:W3CDTF">2026-10-30T12:11:07Z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