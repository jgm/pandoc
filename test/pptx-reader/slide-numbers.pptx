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Numbered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Body text</a:t>
            </a:r>
          </a:p>
        </p:txBody>
      </p:sp>
      <p:sp>
        <p:nvSpPr>
          <p:cNvPr id="10" name="sldNum 10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B6F15528-21DE-4FAA-801E-634DDDAF4B2B}" type="slidenum">
              <a:rPr lang="en-US"/>
              <a:t>1</a:t>
            </a:fld>
          </a:p>
        </p:txBody>
      </p:sp>
      <p:sp>
        <p:nvSpPr>
          <p:cNvPr id="11" name="ftr 11"/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A footer note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