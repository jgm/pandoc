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Growth by debt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Below 30%</c:v>
                </c:pt>
                <c:pt idx="1">
                  <c:v>30 to 60%</c:v>
                </c:pt>
                <c:pt idx="2">
                  <c:v>60 to 90%</c:v>
                </c:pt>
                <c:pt idx="3">
                  <c:v>90% and above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</c:v>
                </c:pt>
                <c:pt idx="1">
                  <c:v>2.8</c:v>
                </c:pt>
                <c:pt idx="2">
                  <c:v>2.8</c:v>
                </c:pt>
                <c:pt idx="3">
                  <c:v>-0.1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Below 30%</c:v>
                </c:pt>
                <c:pt idx="1">
                  <c:v>30 to 60%</c:v>
                </c:pt>
                <c:pt idx="2">
                  <c:v>60 to 90%</c:v>
                </c:pt>
                <c:pt idx="3">
                  <c:v>90% and above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3.9</c:v>
                </c:pt>
                <c:pt idx="1">
                  <c:v>2.5</c:v>
                </c:pt>
                <c:pt idx="3">
                  <c:v>0.4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4.0</c:v>
                </c:pt>
                <c:pt idx="2">
                  <c:v>5.5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Unreadable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