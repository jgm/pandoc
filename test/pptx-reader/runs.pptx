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Ever</a:t>
            </a:r>
            <a:r>
              <a:t>worker </a:t>
            </a:r>
            <a:r>
              <a:t>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Hel</a:t>
            </a:r>
            <a:r>
              <a:rPr b="1"/>
              <a:t>lo</a:t>
            </a:r>
            <a:r>
              <a:t> world</a:t>
            </a:r>
          </a:p>
          <a:p>
            <a:r>
              <a:t>openai</a:t>
            </a:r>
            <a:r>
              <a:t>, anthropic</a:t>
            </a:r>
          </a:p>
          <a:p>
            <a:r>
              <a:t>line one</a:t>
            </a:r>
            <a:br/>
            <a:r>
              <a:t>line two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4114800"/>
          <a:ext cx="3657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</a:tblGrid>
              <a:tr h="457200">
                <a:tc>
                  <a:txBody>
                    <a:bodyPr/>
                    <a:lstStyle/>
                    <a:p>
                      <a:r>
                        <a:t>Head</a:t>
                      </a:r>
                      <a:r>
                        <a:t>er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cell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